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c4bc23fb294c1f" /><Relationship Type="http://schemas.openxmlformats.org/officeDocument/2006/relationships/extended-properties" Target="/docProps/app.xml" Id="R2aeb204cbe1946e0" /><Relationship Type="http://schemas.openxmlformats.org/officeDocument/2006/relationships/officeDocument" Target="/ppt/presentation.xml" Id="Rad1f0d66de904e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08f3db930417c"/>
  </p:sldMasterIdLst>
  <p:notesMasterIdLst>
    <p:notesMasterId xmlns:r="http://schemas.openxmlformats.org/officeDocument/2006/relationships" r:id="R956cccc9755441f1"/>
  </p:notesMasterIdLst>
  <p:sldIdLst>
    <p:sldId xmlns:r="http://schemas.openxmlformats.org/officeDocument/2006/relationships" id="256" r:id="Racb7643226fe49d3"/>
    <p:sldId xmlns:r="http://schemas.openxmlformats.org/officeDocument/2006/relationships" id="257" r:id="R89b66264b32b40b0"/>
    <p:sldId xmlns:r="http://schemas.openxmlformats.org/officeDocument/2006/relationships" id="258" r:id="Rd69911fb99954f83"/>
    <p:sldId xmlns:r="http://schemas.openxmlformats.org/officeDocument/2006/relationships" id="259" r:id="R0dc876bd74e54256"/>
    <p:sldId xmlns:r="http://schemas.openxmlformats.org/officeDocument/2006/relationships" id="260" r:id="R062a909c6fa54997"/>
    <p:sldId xmlns:r="http://schemas.openxmlformats.org/officeDocument/2006/relationships" id="261" r:id="R1b47cb049bf84aa8"/>
    <p:sldId xmlns:r="http://schemas.openxmlformats.org/officeDocument/2006/relationships" id="262" r:id="R64083856591c4034"/>
    <p:sldId xmlns:r="http://schemas.openxmlformats.org/officeDocument/2006/relationships" id="263" r:id="R019dfddc98544f3d"/>
    <p:sldId xmlns:r="http://schemas.openxmlformats.org/officeDocument/2006/relationships" id="264" r:id="R73e12e96253c4bc0"/>
    <p:sldId xmlns:r="http://schemas.openxmlformats.org/officeDocument/2006/relationships" id="265" r:id="R2bb86ccaeb13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f11770aea4096" /><Relationship Type="http://schemas.openxmlformats.org/officeDocument/2006/relationships/slideMaster" Target="/ppt/slideMasters/slideMaster1.xml" Id="R68508f3db930417c" /><Relationship Type="http://schemas.openxmlformats.org/officeDocument/2006/relationships/notesMaster" Target="/ppt/notesMasters/notesMaster1.xml" Id="R956cccc9755441f1" /><Relationship Type="http://schemas.openxmlformats.org/officeDocument/2006/relationships/presProps" Target="/ppt/presProps.xml" Id="R9e006959fe5d46ee" /><Relationship Type="http://schemas.openxmlformats.org/officeDocument/2006/relationships/tableStyles" Target="/ppt/tableStyles.xml" Id="Rd37728d9a2684811" /><Relationship Type="http://schemas.openxmlformats.org/officeDocument/2006/relationships/slide" Target="/ppt/slides/slide1.xml" Id="Racb7643226fe49d3" /><Relationship Type="http://schemas.openxmlformats.org/officeDocument/2006/relationships/slide" Target="/ppt/slides/slide2.xml" Id="R89b66264b32b40b0" /><Relationship Type="http://schemas.openxmlformats.org/officeDocument/2006/relationships/slide" Target="/ppt/slides/slide3.xml" Id="Rd69911fb99954f83" /><Relationship Type="http://schemas.openxmlformats.org/officeDocument/2006/relationships/slide" Target="/ppt/slides/slide4.xml" Id="R0dc876bd74e54256" /><Relationship Type="http://schemas.openxmlformats.org/officeDocument/2006/relationships/slide" Target="/ppt/slides/slide5.xml" Id="R062a909c6fa54997" /><Relationship Type="http://schemas.openxmlformats.org/officeDocument/2006/relationships/slide" Target="/ppt/slides/slide6.xml" Id="R1b47cb049bf84aa8" /><Relationship Type="http://schemas.openxmlformats.org/officeDocument/2006/relationships/slide" Target="/ppt/slides/slide7.xml" Id="R64083856591c4034" /><Relationship Type="http://schemas.openxmlformats.org/officeDocument/2006/relationships/slide" Target="/ppt/slides/slide8.xml" Id="R019dfddc98544f3d" /><Relationship Type="http://schemas.openxmlformats.org/officeDocument/2006/relationships/slide" Target="/ppt/slides/slide9.xml" Id="R73e12e96253c4bc0" /><Relationship Type="http://schemas.openxmlformats.org/officeDocument/2006/relationships/slide" Target="/ppt/slides/slide10.xml" Id="R2bb86ccaeb13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d68142b60b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b8dbb6d6a4790" /><Relationship Type="http://schemas.openxmlformats.org/officeDocument/2006/relationships/notesMaster" Target="/ppt/notesMasters/notesMaster1.xml" Id="R449f519f0c3641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b48a286634bd2" /><Relationship Type="http://schemas.openxmlformats.org/officeDocument/2006/relationships/notesMaster" Target="/ppt/notesMasters/notesMaster1.xml" Id="R82ce80935e6449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c00bd1a01f4281" /><Relationship Type="http://schemas.openxmlformats.org/officeDocument/2006/relationships/notesMaster" Target="/ppt/notesMasters/notesMaster1.xml" Id="R7d13ee09e8df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36290b6014992" /><Relationship Type="http://schemas.openxmlformats.org/officeDocument/2006/relationships/notesMaster" Target="/ppt/notesMasters/notesMaster1.xml" Id="R259e98bd2cce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c4cb99466f4a78" /><Relationship Type="http://schemas.openxmlformats.org/officeDocument/2006/relationships/notesMaster" Target="/ppt/notesMasters/notesMaster1.xml" Id="Raf7b39d9928c46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1fee5efa54cf8" /><Relationship Type="http://schemas.openxmlformats.org/officeDocument/2006/relationships/notesMaster" Target="/ppt/notesMasters/notesMaster1.xml" Id="R7918c0dc2118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ea279c84634bc3" /><Relationship Type="http://schemas.openxmlformats.org/officeDocument/2006/relationships/notesMaster" Target="/ppt/notesMasters/notesMaster1.xml" Id="Rc3daa39385f9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6e9648ebd54578" /><Relationship Type="http://schemas.openxmlformats.org/officeDocument/2006/relationships/notesMaster" Target="/ppt/notesMasters/notesMaster1.xml" Id="Rcaafa44dc24942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ca2f28f419412c" /><Relationship Type="http://schemas.openxmlformats.org/officeDocument/2006/relationships/notesMaster" Target="/ppt/notesMasters/notesMaster1.xml" Id="R0bd68227b68f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7529970e6948db" /><Relationship Type="http://schemas.openxmlformats.org/officeDocument/2006/relationships/notesMaster" Target="/ppt/notesMasters/notesMaster1.xml" Id="Ra49139e5ba84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各位老师好。我汇报的题目是基于STM32的多串锂电池管理系统设计与实现。课题围绕9串18650锂电池组，完成状态采集、安全保护、SOC估算和上位机交互的完整设计。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背景部分说明为什么需要BMS。多串成组后单体差异会放大风险，本课题用实时采集、阈值判断和MOS控制把这些风险纳入可控范围。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目的部分分四项说明。意义部分强调工程价值、学习价值和应用价值，同时明确CAN、蓝牙和串口屏只是扩展方向，避免夸大当前实现范围。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文献综述不逐篇读，按三个方向归纳。国内研究强调工程实现，国外研究在估算算法和均衡拓扑上更活跃，本课题关注嵌入式实现的落点。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研究内容按三个方向展开，关键问题集中在通信稳定性、任务协调、SOC误差、保护策略和联调验证。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总体方案按数据流说明。BQ76940是采集和硬件告警的前端，STM32是读取、判断和交互的控制核心。CAN、蓝牙和串口屏不写成当前功能。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软件部分说明任务结构和执行流程。高优先级BMS_Task保证采样和保护，低优先级UART_Task处理命令。互斥锁和中断边界是稳定性的关键。图3来自开题报告。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方法和技术路线合并说明。重点不是流程名词，而是每一阶段留下可检查的输出，包括接口定义、驱动代码、测试数据和论文材料。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测试方案强调可检查性。对没有明确数值指标的项，不编具体误差要求，只说明验证对象和验证方法。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感谢老师聆听，请老师对方案和验证安排提出指导意见。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3305b9a3548d7" /><Relationship Type="http://schemas.openxmlformats.org/officeDocument/2006/relationships/theme" Target="/ppt/theme/theme1.xml" Id="R33e76ee0982843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a3305b9a3548d7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7e7e11b6b4d48" /><Relationship Type="http://schemas.openxmlformats.org/officeDocument/2006/relationships/image" Target="/ppt/media/image.png" Id="R8cfedda68ac24eee" /><Relationship Type="http://schemas.openxmlformats.org/officeDocument/2006/relationships/notesSlide" Target="/ppt/notesSlides/notesSlide1.xml" Id="R6a3e3dedd8fd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a6e9eec194ba8" /><Relationship Type="http://schemas.openxmlformats.org/officeDocument/2006/relationships/notesSlide" Target="/ppt/notesSlides/notesSlide2.xml" Id="R1fab6258a6ce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355c0b3c344b8" /><Relationship Type="http://schemas.openxmlformats.org/officeDocument/2006/relationships/notesSlide" Target="/ppt/notesSlides/notesSlide3.xml" Id="R180192cdfcb442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659a82b6e4c00" /><Relationship Type="http://schemas.openxmlformats.org/officeDocument/2006/relationships/notesSlide" Target="/ppt/notesSlides/notesSlide4.xml" Id="Rdbf03b453d34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7f00718e4ac7" /><Relationship Type="http://schemas.openxmlformats.org/officeDocument/2006/relationships/notesSlide" Target="/ppt/notesSlides/notesSlide5.xml" Id="Rd8d9c5c89b574c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976d889d746e8" /><Relationship Type="http://schemas.openxmlformats.org/officeDocument/2006/relationships/image" Target="/ppt/media/image2.png" Id="R2408c816321b4bab" /><Relationship Type="http://schemas.openxmlformats.org/officeDocument/2006/relationships/notesSlide" Target="/ppt/notesSlides/notesSlide6.xml" Id="R6767efb48412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6b820bd249d9" /><Relationship Type="http://schemas.openxmlformats.org/officeDocument/2006/relationships/image" Target="/ppt/media/image.jpeg" Id="Rc6803ff86f7c4e80" /><Relationship Type="http://schemas.openxmlformats.org/officeDocument/2006/relationships/notesSlide" Target="/ppt/notesSlides/notesSlide7.xml" Id="R1a4b5b8fe3e842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406ba78be4b4e" /><Relationship Type="http://schemas.openxmlformats.org/officeDocument/2006/relationships/notesSlide" Target="/ppt/notesSlides/notesSlide8.xml" Id="R811e38e56c40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830870574f32" /><Relationship Type="http://schemas.openxmlformats.org/officeDocument/2006/relationships/notesSlide" Target="/ppt/notesSlides/notesSlide9.xml" Id="R9a3bba3073b64b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371d0e0cb4be7" /><Relationship Type="http://schemas.openxmlformats.org/officeDocument/2006/relationships/notesSlide" Target="/ppt/notesSlides/notesSlide10.xml" Id="R0b529de9c7834e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edda68ac24eee"/>
          <a:srcRect xmlns:a="http://schemas.openxmlformats.org/drawingml/2006/main" l="0" t="11702" r="0" b="11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85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353F-731F-4D72-9FF7-BD1C4D7B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510FC-D592-4245-AF43-CC1563DF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9C861-DC6A-4AF4-9A2F-B3A4543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9B758-5118-42FD-9919-44AC032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陈思宇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0D442-389B-4460-8B05-3FB2087C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FB651-61E7-43F8-AA25-E2B449BF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239200506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FEDE6-C9BB-4C7F-B947-81591A2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57F1-4A7A-4C16-8E02-9C1D93C1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电子信息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A07C7-8952-4BD9-B88D-4AF1967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8F81F-C6A4-4574-A1E7-5F8A33CF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秦宏帅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76E18-2DBB-4CBD-84B0-3F074928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背景图：Image2生成，仅用于答辩视觉背景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079979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3C059-2312-4020-BD2A-BAB70F4D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49D00-6CAD-4E71-960E-413F0B4B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A6466-5046-4330-BA97-DD5BB54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从多串电池组的运行风险到实时管理的必要性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ABF10-B0F2-4BF4-8253-AAC91F9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F160-647C-4C8A-A448-E6B1EDFB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AEF63-211B-4452-A817-C2D3BBC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2D4FE-E421-48B1-AD84-5C85A08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多串锂电池组存在单体差异，若缺少实时监测和保护，容易出现过充、过放、过流、过温等问题，影响使用寿命与使用安全。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2E8D-8023-482F-9625-B56A9C1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7B8BF-5235-41E8-A6B5-FBAA6D0D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高倍率放电会显著增加温升，徐伟巍等[1]强调温度保护与过流保护必须综合考虑。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375A7-5A9E-4818-8B97-9CCF2734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状态可见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47A4D-3026-4CFB-992A-7CE0FD2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黄新星[2]提出远程监测可弥补本地计算和存储能力不足，说明数据交互是BMS的重要方向。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0C229-B8AB-41A7-A4BC-F2D79116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工程基础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41D5D-40AA-417E-9861-3D8C2112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黄青青等[3]以STM32F103为核心实现大功率电池组管理，验证了本类方案的工程可行性。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15684-EB77-443B-BADA-2DEBC96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F8C6B-D6F7-4EEA-AC07-36E192B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1D0D9-A6EB-49C8-B355-37AE463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19629-CCE3-484D-ADB2-6B41651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0DD4A-8039-4178-B6E2-FCCE366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课题实现</a:t>
            </a:r>
          </a:p>
        </p:txBody>
      </p: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3431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910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388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867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A3436-CE7D-4262-839C-7F81B982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BFBEE-7786-4424-9FD2-7B7CE8E9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91455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51BFFF-2304-4158-86A8-52626F7D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269B5-4FCE-4BF2-990F-C298E89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研究目的与研究意义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95D0A-A4A7-4537-866A-8B2E4037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以安全控制和工程验证为中心，不做功能堆叠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B7D22-BEE7-43DC-A9A9-35DA5A0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B5B1D-30B8-4764-950E-E178BA1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2C194-7023-46FB-9EC1-A48419A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C7980-237E-488B-B0B4-9BCEF76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F55BB-452C-4C16-815A-F9126C59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1B728-1E65-453C-B74A-8C2AEC0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采集单体电压、电流和温度，形成可用的运行数据基础。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CC701-F436-4E13-8125-8E2BD7E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910BD-8E08-4117-9D37-1E1F8B7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813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结合BQ76940硬件告警与STM32软件阈值，控制充放电MOS。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175B9-D62D-478D-BE11-727CC48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8D298-26CE-4DE9-98A1-B8E0ACED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采用安时积分并配合静置OCV校正，提高SOC可用性。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BDAFB-EDBA-4D0A-BB75-668CA932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5A572-5163-4FDC-9FF9-BCDFF66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通过UART连接Python上位机，支持状态显示和命令调试。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0F931-CB87-459B-89F4-85BE539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98D05-2D30-4419-BDD7-1FA78B14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37AAF-F77B-4AB2-AA27-81D82B1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降低过充、过放、过流、过温风险，延长电池组寿命。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77A12-2A19-4425-A03A-775FDAE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FAB49-16D1-4F5F-8A1D-211CED6C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覆盖嵌入式软硬件、I2C通信、FreeRTOS调度与保护策略。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E2BEB-A605-46F5-BC53-0818A654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1A7DE-B74A-4740-B0E0-F2BD6C3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6BC60-9AD3-4DB7-B104-FB6E22A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7334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边界说明：CAN、蓝牙、串口屏只作为扩展预留，不计入当前已实现功能范围。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AD753-26FE-4821-96A2-1F5629B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2766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目标概括：形成结构清晰、安全边界明确、可在实验平台验证的完整系统。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8846-FCD8-479B-8BA6-9E94889A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14B60-AB90-4531-AA07-D4BB88E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369802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115E7-92EE-4903-BA84-D3B213BD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3CE1-2994-4624-92EA-6841035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676AF-4624-499C-BD4B-CBB49FA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从系统实现、状态估算、均衡保护三个方向归纳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D0154-7A2C-4774-8739-B1D431E2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F2F92-1C01-4BFF-92C9-9E0A62EA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7AF59-8C74-4424-9B15-1B103C36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64770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59000"/>
                <a:gridCol w="2159000"/>
                <a:gridCol w="2159000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国内研究现状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国外研究现状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STM32与多串采集保护方案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STM32、LTC6804与物联网交互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EKF、LSTM与优化算法融合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主动均衡、被动均衡与温度保护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拓扑优化与多级安全保护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18F12-55AC-4E20-8C64-FEED835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3A9B-4CBC-4CF9-92A8-F9E98FE1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525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主控、模拟前端、电池组、保护电路与上位机的连接关系。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C49FD-BAA0-4B44-A6B2-2A4C33A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采集与保护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05B2F-9B4D-4B5B-B0F4-F720853C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单体电压、电流、温度采集，硬件告警与软件阈值判断。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B894B-A89D-4FBB-A4E1-03B665BC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B8742-4D7F-4224-8CDB-58E1450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安时积分、静置约30s后的OCV校正和边界校准。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5222A-3178-46E4-A46B-C5CFF5FA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855E5-6BBC-4DB9-AD07-B5F0918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UART命令解析、状态上报和Python上位机显示。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3B184-E0F3-4DBC-A698-B9A5813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研究切入点：在STM32F103C8T6的有限资源下，解决多串采集稳定性、保护响应速度和SOC可验证性之间的平衡问题。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F334C-E354-4578-B5CB-EA2B2705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EA659-1ADF-4BA2-AAF0-4D6896C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263071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5C1FF-A4C7-40D5-8F6E-B0D1B52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E6CDE-47D9-4543-962B-126BB161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研究内容与关键问题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EFFA5-24F5-44B9-AB8D-E2C118B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系统架构、安全保护、状态估算三个方向展开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4156C-80E5-4B81-8A7F-CA6F5013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D275B-9C07-458C-8EA6-0ACA1C5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04F89-FE2B-4D8A-AF78-63A672CC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3E011-F13F-428A-A4C0-80CBC989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41910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研究内容与关键问题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F54F0-8B79-41B1-9111-FD4A138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系统架构与硬件选型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STM32F103C8T6与BQ76940分工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52502-5CCC-417E-BEE5-107ABFD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数据采集与安全保护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电压、电流、温度与MOS控制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32ED1-B7AC-4594-98E3-890A945A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状态估算与交互调试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SOC、SOH、UART与上位机</a:t>
            </a:r>
          </a:p>
        </p:txBody>
      </p: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571750" y="1905000"/>
            <a:ext cx="3524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5905500" y="1905000"/>
            <a:ext cx="1905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905000"/>
            <a:ext cx="3143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3260A-70A1-453A-978C-8B8C246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主控与前端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E442D-E433-4659-9405-D8BDFF7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STM32负责策略，BQ76940负责采集与告警。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2AD82-093D-41B5-BF12-D51EF33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FEBB6-16E3-4798-BFAB-47C3361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ALERT通知，阈值判断，MOS执行。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C46C5-E61C-4B6D-A51B-17BFAB09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估算与交互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50EEC-756D-4423-899A-CA29FD4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安时积分，OCV校正，上位机联调。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80EFE-2031-4E83-A308-4E96F5D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多串采集稳定性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3625F-8EF3-4A27-986B-96DA3CE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任务调度与资源共享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ECB9F-13BB-471B-A899-FAF2D7D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SOC误差累积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6590D-8A75-4229-A34D-F790F942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保护策略综合设计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1639D-846A-4C68-9B5A-57366D0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系统联调与验证</a:t>
            </a:r>
          </a:p>
        </p:txBody>
      </p: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575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485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1440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FCA6D-E485-4ABB-AF0D-2615D70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关键问题说明：硬件通信、任务协调、算法误差、保护逻辑和联调验证共同决定系统可靠性。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AEBFD-8CD8-44CD-A6A6-0570588E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D836A-84EA-48A4-8AD3-73DF417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717628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38B76-510B-4887-88C3-D34352E2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2E48E-1F5B-4BC1-B3EE-C32935C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系统总体方案与硬件选型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F43B-F937-4571-921A-83DE971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前端采集、主控策略、执行保护与上位机交互的闭环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78771-798B-433B-9DE9-278AC523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23464-068F-414F-8590-1FA3FF41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6214C-7638-473E-9725-C7B0520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9C872-767C-42B6-915B-B33CAE15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50DCA-8B87-4229-B9BB-B46215A8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525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9串18650锂电池组，提供被管理对象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1F2C1-7070-44A6-B877-DAB51A2F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5B8BB-9031-4F83-9CFD-B7100ED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BQ76940采集电压、电流、温度并给出硬件告警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A0702-67BB-4D90-8D7A-7D15A708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BA347-38A7-4475-856A-CCD26260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STM32读取数据，完成阈值判断、SOC估算与命令交互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CF8AF-691F-49FA-BE5A-6C77457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B0672-9629-4A20-8A03-E545515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UART连接Python上位机，完成状态显示与调试命令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2EAF5-D870-40E4-B955-C9974E54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AF2E0-6BE8-44A0-93E1-84B5A38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AE026-7515-4B52-9165-2384C5E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3525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外设资源较完整，实时性好，资料和成本适合课题验证。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C2AF0-303F-40CC-A41E-23F2616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7D68B-13B0-402E-A554-0E73C3D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781DC-AFA1-40F4-9C22-478D3A75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面向多串电池，支持采集、硬件告警和MOS控制。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946E0-CB5C-43B2-9D32-B1F9C74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C529A-50D1-427F-82E4-727FF23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A4EEC-6CA6-49D3-8301-01019EBB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384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结构简单、易于验证；主动均衡效率高但结构复杂。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732C0-8A0E-4104-89BA-1F213D45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59A5B-2EBB-4CC6-B27A-F24FA0A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928F8-6D64-4015-954E-46B03B8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当前连接Python上位机；CAN等通信作为扩展方向。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8c816321b4bab"/>
          <a:stretch xmlns:a="http://schemas.openxmlformats.org/drawingml/2006/main"/>
        </p:blipFill>
        <p:spPr>
          <a:xfrm xmlns:a="http://schemas.openxmlformats.org/drawingml/2006/main">
            <a:off x="8875241" y="4457700"/>
            <a:ext cx="1109019" cy="12573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6EE65-2E17-4773-97F1-6AAAF548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图1 系统框图　来源：开题报告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71E37-FF86-4518-9404-1F38E48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3340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安全控制链路：BQ76940采集与硬件告警，STM32完成数据读取和保护判断，充放电MOS执行动作。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37C26-7742-4012-8F62-005D0A08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007BF-5291-44BD-B568-2E49FBC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439593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1E09C-4438-466D-9C28-DE0B5DB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AC60F-B37F-4E8D-BFCE-BC1A445E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5104A-2CA1-4DD6-B206-35697297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FreeRTOS任务调度、共享资源保护与数据闭环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9C754-61AA-46B3-B16F-CCCFE82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DC53D-D198-473A-A1B9-054B4637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EACA7-E52B-4A03-9839-3BF6FFA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9D146-C60D-4556-992E-DED8AC7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2952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71988-B921-4490-8D74-2A76F7B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2476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只发送任务通知，不执行I2C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DBBFB-6172-488D-ADE8-F7FEB98E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52550"/>
            <a:ext cx="2286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BBD10-6CDC-4EB1-B09F-B994D19F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52550"/>
            <a:ext cx="2095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44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76650" y="17430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86850" y="1743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59389-7ABF-48EA-AD08-5F5FEE9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8D120-AEC4-49FD-8C5F-9812A5B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硬件告警与软件阈值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BEA2D-8FC1-4358-A8EB-A520043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DDF4D-695E-40A6-B55C-3B1DD7F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6F33C-B0F1-45EA-87B8-7E163F7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765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672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580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487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69EC0-5D5D-436C-83AA-A60C5AC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中断边界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E22F6-7B6B-414E-8ADB-D86F4D9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623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ALERT中断服务程序只发送任务通知，寄存器读取、故障解析和状态更新在任务上下文完成。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4C9AC-E8E9-444F-8A7E-6167DD3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资源保护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A1218-B49D-431D-A9AD-10925DD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采样流程与串口命令都可能访问BQ76940，通过I2C互斥锁避免并发冲突。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6AB57-5E77-4EDD-90B5-EEBA2E6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C240B-A886-4209-9226-37E23F42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安时积分作为主方法，静置约30s后结合OCV校正，并用满电、空电边界校准。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DFE26-1C40-4056-A65E-FC2A7B2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4330C-09E8-409D-B2B4-30122CC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Python tkinter界面显示关键状态，接收命令后由STM32解析并执行。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05C45-A3AB-4C5F-9FB6-C845DE66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88E18-76C3-4744-B5BD-73CB3C4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03ff86f7c4e80"/>
          <a:stretch xmlns:a="http://schemas.openxmlformats.org/drawingml/2006/main"/>
        </p:blipFill>
        <p:spPr>
          <a:xfrm xmlns:a="http://schemas.openxmlformats.org/drawingml/2006/main">
            <a:off x="5301029" y="5476875"/>
            <a:ext cx="1589942" cy="666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7E9BE-1F7F-43C1-8015-E8FA0D5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图3 软件任务结构框图　来源：开题报告</a:t>
            </a:r>
          </a:p>
        </p:txBody>
      </p:sp>
    </p:spTree>
    <p:extLst>
      <p:ext uri="{BB962C8B-B14F-4D97-AF65-F5344CB8AC3E}">
        <p14:creationId xmlns:p14="http://schemas.microsoft.com/office/powerpoint/2010/main" val="143832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84345-55CD-4162-8C61-5F46478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143F1-4983-4858-925A-8610B2C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D7E5F-C76C-44A7-A471-6A72BD37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从需求分析到联调验证，测试结果反哺参数修正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564E5-A082-4B95-90FD-F49034B0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F6AE0-92FA-48AE-919D-6748D923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46745-D1C3-47AD-8715-BCA343A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1603-F7CA-43F5-AA16-0001616B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确定9串电池组、保护阈值与交互范围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24608-4D7A-420C-AE6F-AD30239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完成总体架构、任务划分与硬件接口设计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1892B-2846-476F-ADA9-E972D9F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完成驱动、SOC估算、通信与上位机程序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0465A-5E8D-4491-8172-DE2AC19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验证采集、保护、SOC与交互功能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E46D2-55C9-46C8-AB1B-88059980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整理测试数据并撰写毕业设计论文</a:t>
            </a:r>
          </a:p>
        </p:txBody>
      </p: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765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80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487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E9A60-8BFB-4EFD-8CDD-C5EF1C1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DDAE7-D4C0-4931-B185-B30C5BE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查阅BMS、SOC估算、均衡策略与STM32实现文献，确定技术路线。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B5686-C37B-4358-B956-9F0D3DF4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F7EED-D2FA-4223-8115-67310C3E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按主控、模拟前端、保护电路、通信和上位机划分设计单元。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C4337-C38C-4060-889E-14B197FA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29135-D0D6-479A-B2DB-091A7ADD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从寄存器读取、告警响应到保护动作逐级验证，记录测试数据。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57A46-4F87-458F-A180-47C7926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5FD53-ACA3-49B2-88F7-46A7C24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622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EF2FC-5577-4CB2-9B86-D080D5E0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747F4-9813-436B-9E71-396A5F6D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860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任务书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7183C-DF70-46FD-BE7E-6B640E23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D8C4B-8434-4FD3-A0A8-331C0769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99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A73F6-FBB9-4F80-BD76-F29EA685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96098-1634-4590-A0D6-0D118FE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337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413EF-3C23-4A30-A814-4FB0E33E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EE0F0-70C1-4F83-9FE4-0A6CB67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576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942AC-F781-41E5-A66C-D16D938C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1D2BB-CB28-4B4B-965F-C5E0DD16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814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8430CD-A8DE-455C-BCE3-4433EDF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E76B16-3D64-402A-8477-04FEE08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053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撰写毕业论文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D800E1-6FD0-4588-B267-67981C60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2026.12.01-12.04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C15DA-00A5-4D2B-8AC8-F9B67E9C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291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校内评审及修改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8A51C-5984-432F-8CB5-71C593B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2026.12.05-12.22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490108-AD97-4C3E-917C-69307A8B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530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论文送审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19847C-6D73-46F0-A772-030A94C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4D4A98-364B-443A-9FD8-11F27F7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2768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B9497B-1ABD-4337-B98A-AA002134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技术路线闭环：测试阶段发现的采样偏差、响应延迟或估算误差，会回溯到驱动、参数与软件逻辑进行修正。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077019-3CBB-413F-BA00-214BF637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941E1-D609-4140-9CF2-C741DF2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567050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507C5-9B0B-446D-8A43-0A5DC37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AE3D-B3E5-4147-891A-0E1D07E0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867C1-284F-4278-9D4C-0C6E8D5D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以拟验证方式表述，不虚构未取得的误差数值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CCB20-1A83-47A7-A1E5-F868DE8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CB175-58BE-40D8-9D75-821DCC80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EC669-2E36-45EC-B488-9FCE4A2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9BE71-688F-4C85-8FC9-68B5BDC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2CB6F-14B0-4AF3-A09E-16FB4E61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验证BQ76940初始化、寄存器读取、数据刷新与ALERT响应。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81059-DA8B-42E6-8274-8240E85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F8893-2785-4580-87D6-33CA4A6E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验证过充、过放、过流、过温阈值触发后充放电MOS的动作。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AD08-F34A-4111-BEAA-CF5992B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AA1DD-0A87-48AA-9A12-FD72A1E2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验证安时积分、静置OCV校正和满电、空电边界校准效果。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79000-5B38-40F6-997A-9CEC9059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CD330-F130-49BD-AE86-78EC0D18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验证UART命令解析、状态上报和Python上位机显示刷新。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790A3-0A2D-4987-892E-60F779C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EC887-8828-4AD7-AE4A-98B9D7B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验证连续运行、异常恢复和均衡接口工作状态。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84CBA-F857-4A01-8845-1C93526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EE495-E40A-415D-9EA1-EF10EC3E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FE985-6B97-4311-A704-8829B308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83D02-8224-46C4-8E9D-0A35008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形成测试记录、测试数据和毕业设计论文。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C1DA2-AC08-460E-955A-EF8BA4C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40386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验证重点：采样稳定性、保护链路及时性、SOC校正可用性和上位机交互连续性。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41738-5A66-45C1-A025-1FA97ED4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测试表述采用拟验证或计划验证，硬件仍处于联调阶段，不宣称全部功能已经完成验证。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94AF7-2B38-483B-A567-ACCECD1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BF5EE-CF85-4F39-9D43-734B5DE4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428286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1D5B5-FFAC-458E-93C1-3B1FD259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60960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73521-3376-4556-8A1A-3581DC5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2390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C53F2-12FA-40D4-B084-4EFDC9FC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4953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790046254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2026-09-21T09:51:05.2630000Z</dcterms:created>
  <dcterms:modified xsi:type="dcterms:W3CDTF">2026-09-21T09:51:05.2630000Z</dcterms:modified>
</coreProperties>
</file>