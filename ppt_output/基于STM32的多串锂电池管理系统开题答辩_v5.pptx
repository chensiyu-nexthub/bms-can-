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bde7e6dce3454c" /><Relationship Type="http://schemas.openxmlformats.org/officeDocument/2006/relationships/extended-properties" Target="/docProps/app.xml" Id="R864e34b52655487f" /><Relationship Type="http://schemas.openxmlformats.org/officeDocument/2006/relationships/officeDocument" Target="/ppt/presentation.xml" Id="Rfa3f12425532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c07aa72fe4492"/>
  </p:sldMasterIdLst>
  <p:notesMasterIdLst>
    <p:notesMasterId xmlns:r="http://schemas.openxmlformats.org/officeDocument/2006/relationships" r:id="R04c625c3ac3446ef"/>
  </p:notesMasterIdLst>
  <p:sldIdLst>
    <p:sldId xmlns:r="http://schemas.openxmlformats.org/officeDocument/2006/relationships" id="256" r:id="R476056a2695e4eb0"/>
    <p:sldId xmlns:r="http://schemas.openxmlformats.org/officeDocument/2006/relationships" id="257" r:id="R97f201311f1649b1"/>
    <p:sldId xmlns:r="http://schemas.openxmlformats.org/officeDocument/2006/relationships" id="258" r:id="R2cb3082676e7409e"/>
    <p:sldId xmlns:r="http://schemas.openxmlformats.org/officeDocument/2006/relationships" id="259" r:id="R6ddee7fb8a7b4954"/>
    <p:sldId xmlns:r="http://schemas.openxmlformats.org/officeDocument/2006/relationships" id="260" r:id="Rc36303cdbfed4a85"/>
    <p:sldId xmlns:r="http://schemas.openxmlformats.org/officeDocument/2006/relationships" id="261" r:id="Re3b36079e2ec4ddf"/>
    <p:sldId xmlns:r="http://schemas.openxmlformats.org/officeDocument/2006/relationships" id="262" r:id="Rbe1b4bad6d2e48a7"/>
    <p:sldId xmlns:r="http://schemas.openxmlformats.org/officeDocument/2006/relationships" id="263" r:id="R9aa3588349d14a52"/>
    <p:sldId xmlns:r="http://schemas.openxmlformats.org/officeDocument/2006/relationships" id="264" r:id="R97c8aedc484c46af"/>
    <p:sldId xmlns:r="http://schemas.openxmlformats.org/officeDocument/2006/relationships" id="265" r:id="Rcc76ae79aacb4e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2f910fdc1d4fd2" /><Relationship Type="http://schemas.openxmlformats.org/officeDocument/2006/relationships/slideMaster" Target="/ppt/slideMasters/slideMaster1.xml" Id="R530c07aa72fe4492" /><Relationship Type="http://schemas.openxmlformats.org/officeDocument/2006/relationships/notesMaster" Target="/ppt/notesMasters/notesMaster1.xml" Id="R04c625c3ac3446ef" /><Relationship Type="http://schemas.openxmlformats.org/officeDocument/2006/relationships/presProps" Target="/ppt/presProps.xml" Id="Rfe6314dff07740d7" /><Relationship Type="http://schemas.openxmlformats.org/officeDocument/2006/relationships/tableStyles" Target="/ppt/tableStyles.xml" Id="Ra694164ab3f947ca" /><Relationship Type="http://schemas.openxmlformats.org/officeDocument/2006/relationships/slide" Target="/ppt/slides/slide1.xml" Id="R476056a2695e4eb0" /><Relationship Type="http://schemas.openxmlformats.org/officeDocument/2006/relationships/slide" Target="/ppt/slides/slide2.xml" Id="R97f201311f1649b1" /><Relationship Type="http://schemas.openxmlformats.org/officeDocument/2006/relationships/slide" Target="/ppt/slides/slide3.xml" Id="R2cb3082676e7409e" /><Relationship Type="http://schemas.openxmlformats.org/officeDocument/2006/relationships/slide" Target="/ppt/slides/slide4.xml" Id="R6ddee7fb8a7b4954" /><Relationship Type="http://schemas.openxmlformats.org/officeDocument/2006/relationships/slide" Target="/ppt/slides/slide5.xml" Id="Rc36303cdbfed4a85" /><Relationship Type="http://schemas.openxmlformats.org/officeDocument/2006/relationships/slide" Target="/ppt/slides/slide6.xml" Id="Re3b36079e2ec4ddf" /><Relationship Type="http://schemas.openxmlformats.org/officeDocument/2006/relationships/slide" Target="/ppt/slides/slide7.xml" Id="Rbe1b4bad6d2e48a7" /><Relationship Type="http://schemas.openxmlformats.org/officeDocument/2006/relationships/slide" Target="/ppt/slides/slide8.xml" Id="R9aa3588349d14a52" /><Relationship Type="http://schemas.openxmlformats.org/officeDocument/2006/relationships/slide" Target="/ppt/slides/slide9.xml" Id="R97c8aedc484c46af" /><Relationship Type="http://schemas.openxmlformats.org/officeDocument/2006/relationships/slide" Target="/ppt/slides/slide10.xml" Id="Rcc76ae79aacb4e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21d1078d0e4e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b552496b984c66" /><Relationship Type="http://schemas.openxmlformats.org/officeDocument/2006/relationships/notesMaster" Target="/ppt/notesMasters/notesMaster1.xml" Id="R9b9dccd0e394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ca951a829441d6" /><Relationship Type="http://schemas.openxmlformats.org/officeDocument/2006/relationships/notesMaster" Target="/ppt/notesMasters/notesMaster1.xml" Id="R8735797e149d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a9cf287944677" /><Relationship Type="http://schemas.openxmlformats.org/officeDocument/2006/relationships/notesMaster" Target="/ppt/notesMasters/notesMaster1.xml" Id="Rb3e733366c404e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4ab2951b3f4b36" /><Relationship Type="http://schemas.openxmlformats.org/officeDocument/2006/relationships/notesMaster" Target="/ppt/notesMasters/notesMaster1.xml" Id="R1780986b4ebc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ef49c0f3d94fc2" /><Relationship Type="http://schemas.openxmlformats.org/officeDocument/2006/relationships/notesMaster" Target="/ppt/notesMasters/notesMaster1.xml" Id="R0cddef79d8e24b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f462a044e7412f" /><Relationship Type="http://schemas.openxmlformats.org/officeDocument/2006/relationships/notesMaster" Target="/ppt/notesMasters/notesMaster1.xml" Id="R9683fa0b5b8d4b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69813fddc84f4c" /><Relationship Type="http://schemas.openxmlformats.org/officeDocument/2006/relationships/notesMaster" Target="/ppt/notesMasters/notesMaster1.xml" Id="R13b805a143c74f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3c32a5b8364379" /><Relationship Type="http://schemas.openxmlformats.org/officeDocument/2006/relationships/notesMaster" Target="/ppt/notesMasters/notesMaster1.xml" Id="R6eda777c936943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0431461cc241e1" /><Relationship Type="http://schemas.openxmlformats.org/officeDocument/2006/relationships/notesMaster" Target="/ppt/notesMasters/notesMaster1.xml" Id="Re6c57c06450149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01002f69564348" /><Relationship Type="http://schemas.openxmlformats.org/officeDocument/2006/relationships/notesMaster" Target="/ppt/notesMasters/notesMaster1.xml" Id="R209cb53ac6324e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开场介绍题目、姓名、专业和指导教师。背景为生成图，不作为实验照片。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用问题链说明选题来源，右侧电路图仅作为均衡硬件参考，不宣称当前已完成全部硬件验证。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明确CAN、蓝牙、串口屏只是扩展预留，不写成当前已实现功能。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三层意义从工程、学习到应用参考，避免空泛夸大。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用表格归纳研究趋势，不逐篇展开，具体文献见开题报告参考文献。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选型从主控、AFE、均衡和通信四个角度展开，不宣称全部硬件已经验证成功。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重点说明任务优先级、共享资源保护和ALERT中断边界。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把研究方法、技术路线和学校进度合并成一页收束。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最后强调拟验证边界和预期成果，回答老师可能关心的可行性问题。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5a662e287416c" /><Relationship Type="http://schemas.openxmlformats.org/officeDocument/2006/relationships/theme" Target="/ppt/theme/theme1.xml" Id="Rf4925a8239e4490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5a662e287416c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012869ff3484c" /><Relationship Type="http://schemas.openxmlformats.org/officeDocument/2006/relationships/image" Target="/ppt/media/image.png" Id="R91e64bf4a6f045b3" /><Relationship Type="http://schemas.openxmlformats.org/officeDocument/2006/relationships/notesSlide" Target="/ppt/notesSlides/notesSlide1.xml" Id="Re85ab31cac9d4b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0b2176f9e4b24" /><Relationship Type="http://schemas.openxmlformats.org/officeDocument/2006/relationships/image" Target="/ppt/media/image2.png" Id="Rfa9c8af2307d4b5d" /><Relationship Type="http://schemas.openxmlformats.org/officeDocument/2006/relationships/notesSlide" Target="/ppt/notesSlides/notesSlide2.xml" Id="R3d9de119cbea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5f0ab32824c70" /><Relationship Type="http://schemas.openxmlformats.org/officeDocument/2006/relationships/notesSlide" Target="/ppt/notesSlides/notesSlide3.xml" Id="Re0c19f22c9b248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e9186d8064cac" /><Relationship Type="http://schemas.openxmlformats.org/officeDocument/2006/relationships/notesSlide" Target="/ppt/notesSlides/notesSlide4.xml" Id="R7d3d633b2eea48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b71ebe1a3418f" /><Relationship Type="http://schemas.openxmlformats.org/officeDocument/2006/relationships/notesSlide" Target="/ppt/notesSlides/notesSlide5.xml" Id="Red797386e94a49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7ca26f90f4152" /><Relationship Type="http://schemas.openxmlformats.org/officeDocument/2006/relationships/notesSlide" Target="/ppt/notesSlides/notesSlide6.xml" Id="Rc62886c8349f4a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f8b32aeef4e37" /><Relationship Type="http://schemas.openxmlformats.org/officeDocument/2006/relationships/image" Target="/ppt/media/image3.png" Id="R62b62025afed4557" /><Relationship Type="http://schemas.openxmlformats.org/officeDocument/2006/relationships/notesSlide" Target="/ppt/notesSlides/notesSlide7.xml" Id="R273a4bdcc34644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9a18ded4a45c6" /><Relationship Type="http://schemas.openxmlformats.org/officeDocument/2006/relationships/notesSlide" Target="/ppt/notesSlides/notesSlide8.xml" Id="Rb660e68a46d248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3abc0dac40c1" /><Relationship Type="http://schemas.openxmlformats.org/officeDocument/2006/relationships/notesSlide" Target="/ppt/notesSlides/notesSlide9.xml" Id="R1863f57c3dd84b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3d21ab05d4b84" /><Relationship Type="http://schemas.openxmlformats.org/officeDocument/2006/relationships/notesSlide" Target="/ppt/notesSlides/notesSlide10.xml" Id="Rad0716c12576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64bf4a6f045b3"/>
          <a:srcRect xmlns:a="http://schemas.openxmlformats.org/drawingml/2006/main" l="0" t="32639" r="0" b="32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38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C49C6-08EA-457A-85D4-8587760D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solidFill>
              <a:srgbClr val="1739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58ED5-827E-4955-A246-2B10D8D1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3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E095-D1A5-46CD-9071-129E810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21056-AFA2-4982-8363-4A64773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CECA6-5EDC-4CF1-AB9A-BDF77CB1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2D84B-2935-4321-AF6C-C67784C0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AD262-5021-40E7-9473-B05F8563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A0140-607C-4D2F-B94F-C3C45E6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D375-CE61-43E9-9D97-A75CE3C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9CD92-6F7E-4BD5-A78B-A8A7CE7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50D60-CD40-48EA-81D9-63CA3ED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C6291-9C9D-4FB7-A84C-BF5E8372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641067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4257F-A122-4770-B5AB-BE408B7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4C140-26BE-463E-ABE7-83AC0992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F5DB9-D412-4F29-B630-EE6EB7A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多串锂电池组在充电和放电过程中会出现单体差异，电压、温度和容量不一致会使可用容量下降，并带来过充、过放、过流和过温风险。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70160-D03F-4775-AA5B-0B2175A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165A-908F-4562-989C-D0AADB8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61CC8-1AC2-40ED-B9D4-70D28AC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运行风险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A049-82F1-49AE-A670-4F394005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9621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292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C9D7B-2D66-4E65-A3E9-A30D87F4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课题面向9串18650电池组，设计可实时采集状态、判断风险并执行保护的管理系统。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c8af2307d4b5d"/>
          <a:stretch xmlns:a="http://schemas.openxmlformats.org/drawingml/2006/main"/>
        </p:blipFill>
        <p:spPr>
          <a:xfrm xmlns:a="http://schemas.openxmlformats.org/drawingml/2006/main">
            <a:off x="8753625" y="1333500"/>
            <a:ext cx="1638000" cy="2476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7B9E8-0FAA-4F95-BCEE-D624299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被动均衡驱动参考电路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来源：项目参考资料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07EE0-30A6-4D34-B6D1-8D74F5D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温度与倍率关系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A66DF-525E-4970-94DB-5CC4CCA4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徐伟巍等[1]指出高倍率放电会显著增加温升，BMS需同时考虑温度保护与过流保护。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AA63C-3585-43F7-A62B-FE229C86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远程监测趋势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ED3AF-E34A-4B90-B867-3A750C2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黄新星[2]说明远程数据交互可弥补本地BMS计算和存储能力不足。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52CCD-C540-44A7-9625-B7F2BE9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工程参考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14691-27D0-4BB7-9DF8-EB67100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黄青青等[3]验证了以STM32为核心的起重机锂电池组管理方案。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8B35B-A022-412B-A505-DA70C14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CC5A4-4A60-490C-995C-4ED96F3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资料来源：开题报告研究背景与国内研究现状</a:t>
            </a:r>
          </a:p>
        </p:txBody>
      </p:sp>
    </p:spTree>
    <p:extLst>
      <p:ext uri="{BB962C8B-B14F-4D97-AF65-F5344CB8AC3E}">
        <p14:creationId xmlns:p14="http://schemas.microsoft.com/office/powerpoint/2010/main" val="2026601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DC70E-B4B3-433E-8911-749F3846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E2CE9-D0F8-4A4E-9A7F-4400507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4F6A-1C8E-4E26-A8C3-662A633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7239000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设计并实现一套基于STM32F103C8T6与BQ76940的多串锂电池管理系统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665C8-FE67-447D-A0B1-8525FD9E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采集单体电压、电流、温度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924050" y="1943100"/>
            <a:ext cx="34099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7C6AF-26C2-4068-ACC8-257D9707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识别阈值与硬件告警，控制MOS</a:t>
            </a:r>
          </a:p>
        </p:txBody>
      </p:sp>
      <p:cxnSp>
        <p:nvCxnSpPr>
          <p:cNvPr id="24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4324350" y="1943100"/>
            <a:ext cx="10096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AD6C4-F518-4F9E-9622-3E8BEC58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SOC计算与静置OCV校正</a:t>
            </a:r>
          </a:p>
        </p:txBody>
      </p:sp>
      <p:cxnSp>
        <p:nvCxnSpPr>
          <p:cNvPr id="26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334000" y="1943100"/>
            <a:ext cx="13906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69BC2-7B61-40B6-9586-3167ADE0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UART命令与Python上位机</a:t>
            </a:r>
          </a:p>
        </p:txBody>
      </p:sp>
      <p:cxnSp>
        <p:nvCxnSpPr>
          <p:cNvPr id="28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334000" y="1943100"/>
            <a:ext cx="37909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74AED-4674-4B76-8734-CE927A1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研究目标不是追求复杂算法，而是形成结构清晰、安全边界明确、可在实验平台上验证的完整实现。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F44CA-BBF3-464B-B15D-AFC2BC1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CAN为扩展方向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A4CD0-8661-4D8D-8928-7CFAECD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蓝牙为扩展方向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80F10-293D-439C-BE48-66AF54D6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串口屏为扩展方向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02326-9E86-4437-83C9-3481F058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5D8FD-2CFC-4BE6-B191-E9E4915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1966430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ACECF-9DA8-43E3-9EC4-48DFE87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F4B7E-C5B1-40AD-9685-DB22CB4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F0F80-F58D-4E90-9422-D18C1B5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7C5FA-4C97-44F7-8036-071F0C9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3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降低过充、过放、过流、过温风险，延长电池组使用寿命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E17C5-9F14-4630-BDBF-A552AFE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493B4-4B7A-4137-9C8F-6BCD6CBD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覆盖嵌入式软硬件、I2C通信、FreeRTOS任务调度和电池保护策略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B379-2B24-41AF-B828-FF5CECD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50038-5B2C-429E-9451-59B3CD6D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为同类小规模多串锂电池管理系统提供可复用设计思路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0C32E-39E2-4086-9267-5D7E631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课题重点解决工程实现与验证闭环，价值体现在安全、可维护和可复用，而不是单纯增加功能。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53EA2-1720-4F33-8791-E536661B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A35B7-A88A-4AD3-B731-A600CBC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111235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59249-0DB1-4B26-BA41-4147263D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5C87E-397D-4E9E-8842-E71D696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238250"/>
          <a:ext xmlns:a="http://schemas.openxmlformats.org/drawingml/2006/main" cx="105727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43188"/>
                <a:gridCol w="2643188"/>
                <a:gridCol w="2643188"/>
                <a:gridCol w="2643188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对本课题的启发</a:t>
                      </a:r>
                    </a:p>
                  </a:txBody>
                  <a:tcPr marL="91440" marR="91440" marT="45720" marB="45720" anchor="ctr"/>
                </a:tc>
              </a:tr>
              <a:tr h="5905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STM32、多串采集、保护与显示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STM32、LTC6804、物联网交互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软硬件分工与工程落地路径</a:t>
                      </a:r>
                    </a:p>
                  </a:txBody>
                  <a:tcPr marL="91440" marR="91440" marT="45720" marB="45720" anchor="ctr"/>
                </a:tc>
              </a:tr>
              <a:tr h="5905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EKF、LSTM、优化算法融合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嵌入式平台需控制计算量</a:t>
                      </a:r>
                    </a:p>
                  </a:txBody>
                  <a:tcPr marL="91440" marR="91440" marT="45720" marB="45720" anchor="ctr"/>
                </a:tc>
              </a:tr>
              <a:tr h="5905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主动均衡、被动均衡、综述研究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拓扑优化与快速均衡控制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本课题采用被动均衡接口</a:t>
                      </a:r>
                    </a:p>
                  </a:txBody>
                  <a:tcPr marL="91440" marR="91440" marT="45720" marB="45720" anchor="ctr"/>
                </a:tc>
              </a:tr>
              <a:tr h="5905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温度与过流联合约束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多级保护与远程状态监测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00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软件阈值与硬件告警配合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14D34-822D-4475-B171-F04A8343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现有研究在算法精度和均衡效率上不断推进，面向STM32平台时仍需处理采集时序、共享资源调度与保护响应的约束。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DEFEC-D16E-4141-AB80-DB4B4D4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723900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研究空间：在有限MCU资源下实现稳定采集、及时保护和可验证状态估算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4C0EE-4852-4F64-A3A6-059D100B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B952E-6D48-4AF4-9E37-5375F2F8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957295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2022E-7277-4E9B-83E6-78F81D7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5A052-B612-4ED1-A38F-E85BB216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BC660-AF55-4B31-86AC-944188E1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2382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CF5E3-759C-4763-BC43-CE27457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71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B05D8-9543-4CF4-BE2F-1945DB67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2382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63929-29C8-41C5-A998-2237E529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BQ76940采集电压、电流、温度，提供硬件告警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463D0-A230-4449-BBB8-663E25A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2382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E0E7-5401-4946-8AEC-48501AD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STM32读取数据，执行阈值判断、SOC估算与命令交互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AEEE9-0009-43B1-B8C9-72E0BA05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2382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4FBD9-8716-4498-89B3-B0EABEA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UART连接Python上位机，显示状态并接收命令</a:t>
            </a:r>
          </a:p>
        </p:txBody>
      </p:sp>
      <p:cxnSp>
        <p:nvCxnSpPr>
          <p:cNvPr id="29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571625" y="1809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571625" y="25908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571625" y="33718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E7D6B-7F9D-49AF-991E-0F18D3EA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429000" cy="13335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安全控制链路：BQ76940硬件告警与STM32软件阈值共同判断，驱动充放电MOS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A3240-55E4-4F6D-8D43-F782A50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342900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数据流：电池状态到上位机显示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8819-3E2D-4098-90AC-F7298EC6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CAN、蓝牙、串口屏仅作为扩展预留，不计入当前实现范围。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DACF0-C0F6-4D68-916D-1BBECBC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2573-887B-47F0-A49F-4FBFFA7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资料来源：开题报告研究方案与总体设计</a:t>
            </a:r>
          </a:p>
        </p:txBody>
      </p:sp>
    </p:spTree>
    <p:extLst>
      <p:ext uri="{BB962C8B-B14F-4D97-AF65-F5344CB8AC3E}">
        <p14:creationId xmlns:p14="http://schemas.microsoft.com/office/powerpoint/2010/main" val="1505671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92015-4F98-4319-8A37-2404B17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222F-4656-4836-9A83-78ED6F8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F7FC-B993-455E-B201-493A6898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060D-8B54-4363-8869-D123DFA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00150"/>
            <a:ext cx="1524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5C43F-197F-4EE1-955B-D5157A84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57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外设资源、实时性、资料成熟度与成本适合课题验证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180BE-0242-41D6-9D35-42D337E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9525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59071-71F0-4BDB-854C-860160A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1524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5FFF5-B37B-46D4-B55E-D4083A13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支持多串采集、硬件告警、MOS控制和被动均衡资源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66C9B-E616-420D-A3BA-C29B898F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9525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54775-9375-4560-A0EF-D4FBA425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1524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533D9-8776-41FF-88D2-08C5E94F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结构简单、成本可控，适合本科实验验证阶段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2606B-2671-44F1-9DCF-C2C92049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9525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A3D1F-9117-4E97-B09E-FED0A51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1524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0968E-DBEA-4AE4-82AF-E033E8F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当前连接Python上位机，CAN等作为后续扩展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62025afed4557"/>
          <a:stretch xmlns:a="http://schemas.openxmlformats.org/drawingml/2006/main"/>
        </p:blipFill>
        <p:spPr>
          <a:xfrm xmlns:a="http://schemas.openxmlformats.org/drawingml/2006/main">
            <a:off x="8484000" y="1238250"/>
            <a:ext cx="1891500" cy="2857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CD872-A757-4F80-98C6-6B3065A9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52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BD647-1563-4E0C-AE02-BB71696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628650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60000"/>
              </a:lnSpc>
              <a:buNone/>
              <a:def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当前状态：硬件处于联调阶段，软件I2C读取、上拉电阻、唤醒流程与寄存器读取仍需验证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784F4-C3A6-4997-8469-0CA3232B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FB3CC-FCDB-460E-BCA9-EDF012EB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1177155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40F52-BBA3-4D44-B6D7-5D5D0E0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030D5-2460-4FD9-BB7F-EEC3581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4F53B-05F3-4BE0-A633-7102EAEF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2667000" cy="9906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02446-E9A0-4AD8-AF2B-33128187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38250"/>
            <a:ext cx="2286000" cy="9906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D6D4-E193-4FB1-9D00-0A7C2A5E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38250"/>
            <a:ext cx="1714500" cy="9906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ACD39-DBD2-4D61-A23A-7558871C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1809750" cy="9906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67E95-FF0F-4396-978A-916D12AC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541BC-ABA5-49E7-AFF9-EB7C4C0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809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软件阈值与硬件告警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F4849-A6B7-4AE9-9E6F-2CB498C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809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214F0-5EFC-4D09-9BBA-77D6479D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1809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A55D9-2F5F-4302-9D96-CB45A55E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809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5337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35337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58000" y="35337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53500" y="35337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F742E-B0B7-4C44-A7D3-9C816BB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09259-07CA-482C-B0C9-F3CFA8AF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445B2-E769-4E63-9E5C-BC37A3C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02EFB-7C74-4EEA-8DEE-C81B2202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199636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925E8-7B54-4B18-BF55-BBD1C17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99ADA-3285-4B6E-8C60-0403F91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46086-500B-4076-BD73-E344EE6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8097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BDF55-47D1-4A2F-97E3-DEC02A2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18097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B907B-076B-4723-B909-E4EB3FB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18097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EEC16-9E4E-4E50-A795-3CD49B0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38250"/>
            <a:ext cx="18097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DD5F9-3614-4AF7-AE27-1DA7407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38250"/>
            <a:ext cx="18097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71750" y="1647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67250" y="1647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1647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1647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24383-C61B-4709-92D0-E447DB6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33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6C5AF-51B2-4C68-858B-FFEC1726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梳理国内外BMS实现、SOC估算与均衡策略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52930-F7FE-4062-92AF-E28C5615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333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4F78E-CC34-4C68-88D7-03605B11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按主控、采集、保护、通信和显示划分模块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9B448-377F-450D-ADAE-945F7E0E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3335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08B18-4053-4F1B-971E-2F662C01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从通信读取到保护动作逐步验证并记录数据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2BF58-4508-43E2-86AA-C719C4B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6DBA2-75C4-442C-B3B2-C407EB94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08C22-963E-48C2-9604-75A32D37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86064-AD30-45A3-BA88-3B632570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86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1A6B2-082B-408A-8FE2-00F4FC1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085C7-B3C4-428A-890B-7FCC077A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80BAF-E8BE-41ED-9FE1-CAB45106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35D7D-8EE2-41E3-AC8E-56974EF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BCADE-F4BA-41F8-B4CC-137923D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6DC2D-1D34-4E9C-848F-2660EB4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硬件加工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31BF02-11D3-41C0-9B56-4A4A8491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7145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6889B5-9330-4D41-9A27-42EFA0E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EF10E-B1AD-4066-A8A6-49F9844A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路线核心是从明确需求到工程实现的闭环，测试结果反过来修正驱动、参数与软件逻辑。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07C4C-DEBA-4D27-8755-A567681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AE750-7BB3-44E5-B619-FA602D6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1590693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9B0C7-D692-48EA-835D-AABBD43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F87BE-91E4-490F-83FD-2AA4931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7B286-E9D0-4435-99A6-AFF3C721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6E72D-4747-411A-A43B-B17359E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049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验证BQ76940初始化、寄存器读取与ALERT响应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5922-DF12-4FEE-903F-CEF66C72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C1725-27A0-4828-BD9B-9B4DD0E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验证保护阈值触发与MOS动作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8397-BEB2-4A7D-B808-C41C1B92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71E85-7743-4822-985A-AC198966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03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验证安时积分、OCV校正与边界校准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5FB44-4640-4B11-9B66-C0AA61A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1229D-400D-4B1C-BF30-8CCF23A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480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验证串口命令与上位机刷新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4BC1A-3509-4FD6-B9E4-D6DF2F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1B591-D379-4809-B375-C61FC5B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957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验证长时间运行和异常恢复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2AED3-64F5-4F5D-857E-F6CAD91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382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4DD5A-6C42-4AB7-AB38-8CD0F13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6A126-7212-41F8-8BD1-8872514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68C3E-0A2A-47DD-9E25-4B7140C1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形成测试数据与毕业设计论文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D70CD-69B7-4078-88F1-22C4072E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5BE97-ACC0-4552-A04A-EB9538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结论：本课题以安全控制与工程验证为中心，形成可复用的多串锂电池管理系统实现路径。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B0850-1DEF-475D-8FA7-CFDC6711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14EF6-F778-4734-A0CC-CC04644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31446833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2026-09-20T09:58:12.8570000Z</dcterms:created>
  <dcterms:modified xsi:type="dcterms:W3CDTF">2026-09-20T09:58:12.8570000Z</dcterms:modified>
</coreProperties>
</file>