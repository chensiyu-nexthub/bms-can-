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2fed58223d4f10" /><Relationship Type="http://schemas.openxmlformats.org/officeDocument/2006/relationships/extended-properties" Target="/docProps/app.xml" Id="Rfce003a9c5254636" /><Relationship Type="http://schemas.openxmlformats.org/officeDocument/2006/relationships/officeDocument" Target="/ppt/presentation.xml" Id="Rab0f0fff855349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d6c596b86c46df"/>
  </p:sldMasterIdLst>
  <p:notesMasterIdLst>
    <p:notesMasterId xmlns:r="http://schemas.openxmlformats.org/officeDocument/2006/relationships" r:id="Rbcfa7315ede44918"/>
  </p:notesMasterIdLst>
  <p:sldIdLst>
    <p:sldId xmlns:r="http://schemas.openxmlformats.org/officeDocument/2006/relationships" id="256" r:id="R8d2b4dbfe9174f7e"/>
    <p:sldId xmlns:r="http://schemas.openxmlformats.org/officeDocument/2006/relationships" id="257" r:id="R8e7d69b112ab4be6"/>
    <p:sldId xmlns:r="http://schemas.openxmlformats.org/officeDocument/2006/relationships" id="258" r:id="R99d66e79eb394059"/>
    <p:sldId xmlns:r="http://schemas.openxmlformats.org/officeDocument/2006/relationships" id="259" r:id="R43fc98835ec94825"/>
    <p:sldId xmlns:r="http://schemas.openxmlformats.org/officeDocument/2006/relationships" id="260" r:id="Rcec7691c7ba54d4c"/>
    <p:sldId xmlns:r="http://schemas.openxmlformats.org/officeDocument/2006/relationships" id="261" r:id="Reb0a302cc9e64e87"/>
    <p:sldId xmlns:r="http://schemas.openxmlformats.org/officeDocument/2006/relationships" id="262" r:id="Rb7c07c498a8d447f"/>
    <p:sldId xmlns:r="http://schemas.openxmlformats.org/officeDocument/2006/relationships" id="263" r:id="R428b490ca7cb4d4d"/>
    <p:sldId xmlns:r="http://schemas.openxmlformats.org/officeDocument/2006/relationships" id="264" r:id="R8286cdd73e594953"/>
    <p:sldId xmlns:r="http://schemas.openxmlformats.org/officeDocument/2006/relationships" id="265" r:id="R83fa5b4668314b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da225644a7479e" /><Relationship Type="http://schemas.openxmlformats.org/officeDocument/2006/relationships/slideMaster" Target="/ppt/slideMasters/slideMaster1.xml" Id="Rc1d6c596b86c46df" /><Relationship Type="http://schemas.openxmlformats.org/officeDocument/2006/relationships/notesMaster" Target="/ppt/notesMasters/notesMaster1.xml" Id="Rbcfa7315ede44918" /><Relationship Type="http://schemas.openxmlformats.org/officeDocument/2006/relationships/presProps" Target="/ppt/presProps.xml" Id="R26c37128cc5b47af" /><Relationship Type="http://schemas.openxmlformats.org/officeDocument/2006/relationships/tableStyles" Target="/ppt/tableStyles.xml" Id="R5e1f38d022934235" /><Relationship Type="http://schemas.openxmlformats.org/officeDocument/2006/relationships/slide" Target="/ppt/slides/slide1.xml" Id="R8d2b4dbfe9174f7e" /><Relationship Type="http://schemas.openxmlformats.org/officeDocument/2006/relationships/slide" Target="/ppt/slides/slide2.xml" Id="R8e7d69b112ab4be6" /><Relationship Type="http://schemas.openxmlformats.org/officeDocument/2006/relationships/slide" Target="/ppt/slides/slide3.xml" Id="R99d66e79eb394059" /><Relationship Type="http://schemas.openxmlformats.org/officeDocument/2006/relationships/slide" Target="/ppt/slides/slide4.xml" Id="R43fc98835ec94825" /><Relationship Type="http://schemas.openxmlformats.org/officeDocument/2006/relationships/slide" Target="/ppt/slides/slide5.xml" Id="Rcec7691c7ba54d4c" /><Relationship Type="http://schemas.openxmlformats.org/officeDocument/2006/relationships/slide" Target="/ppt/slides/slide6.xml" Id="Reb0a302cc9e64e87" /><Relationship Type="http://schemas.openxmlformats.org/officeDocument/2006/relationships/slide" Target="/ppt/slides/slide7.xml" Id="Rb7c07c498a8d447f" /><Relationship Type="http://schemas.openxmlformats.org/officeDocument/2006/relationships/slide" Target="/ppt/slides/slide8.xml" Id="R428b490ca7cb4d4d" /><Relationship Type="http://schemas.openxmlformats.org/officeDocument/2006/relationships/slide" Target="/ppt/slides/slide9.xml" Id="R8286cdd73e594953" /><Relationship Type="http://schemas.openxmlformats.org/officeDocument/2006/relationships/slide" Target="/ppt/slides/slide10.xml" Id="R83fa5b4668314b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0a172bfd3d940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a8ea2e7314ab4" /><Relationship Type="http://schemas.openxmlformats.org/officeDocument/2006/relationships/notesMaster" Target="/ppt/notesMasters/notesMaster1.xml" Id="R2282b781814646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8a201685f34f3d" /><Relationship Type="http://schemas.openxmlformats.org/officeDocument/2006/relationships/notesMaster" Target="/ppt/notesMasters/notesMaster1.xml" Id="R1fd71dff591e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debd7b5b604319" /><Relationship Type="http://schemas.openxmlformats.org/officeDocument/2006/relationships/notesMaster" Target="/ppt/notesMasters/notesMaster1.xml" Id="Re1faff6b2cf84b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e7fbdab5744b28" /><Relationship Type="http://schemas.openxmlformats.org/officeDocument/2006/relationships/notesMaster" Target="/ppt/notesMasters/notesMaster1.xml" Id="R55b063ce9f2940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4fd80855714d11" /><Relationship Type="http://schemas.openxmlformats.org/officeDocument/2006/relationships/notesMaster" Target="/ppt/notesMasters/notesMaster1.xml" Id="Rc180c73b1b7e48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fb245ee44d4353" /><Relationship Type="http://schemas.openxmlformats.org/officeDocument/2006/relationships/notesMaster" Target="/ppt/notesMasters/notesMaster1.xml" Id="Rdefdd8411afd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797d080ae4c24" /><Relationship Type="http://schemas.openxmlformats.org/officeDocument/2006/relationships/notesMaster" Target="/ppt/notesMasters/notesMaster1.xml" Id="R159544642a0e41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550ebff99d4b1f" /><Relationship Type="http://schemas.openxmlformats.org/officeDocument/2006/relationships/notesMaster" Target="/ppt/notesMasters/notesMaster1.xml" Id="R0c8f3738dae84f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c330d0a8314be1" /><Relationship Type="http://schemas.openxmlformats.org/officeDocument/2006/relationships/notesMaster" Target="/ppt/notesMasters/notesMaster1.xml" Id="R131ffea1dc8f4d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2109e2ce764fb0" /><Relationship Type="http://schemas.openxmlformats.org/officeDocument/2006/relationships/notesMaster" Target="/ppt/notesMasters/notesMaster1.xml" Id="Rbcd82346f3ea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开场介绍课题名称、答辩身份和指导教师，背景为生成图，不作为实验照片。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本页用因果链说明选题来源，不夸大应用规模，重点落在多串成组后的管理需求。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强调验证型目标，不把CAN、蓝牙、串口屏写成当前已实现功能。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把工程价值、学习价值和应用参考分层说明，避免笼统表述。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现状页用表格归纳，不逐篇展开文献，具体依据见开题报告参考文献。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重点区分数据流与安全控制链路，避免把扩展功能说成已实现。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选型说明合适性，不宣称所有硬件均已完整验证成功。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重点讲解任务优先级、共享资源保护和ALERT处理边界。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测试顺序从通信到整机，明确当前硬件仍在联调阶段。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收束页强调从需求到总结的闭环，并对应学校进度安排。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211e5affe4c02" /><Relationship Type="http://schemas.openxmlformats.org/officeDocument/2006/relationships/theme" Target="/ppt/theme/theme1.xml" Id="R6eaba61670b74b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211e5affe4c02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a357f6dfe428d" /><Relationship Type="http://schemas.openxmlformats.org/officeDocument/2006/relationships/image" Target="/ppt/media/image.png" Id="R3bda08a8041f4f6f" /><Relationship Type="http://schemas.openxmlformats.org/officeDocument/2006/relationships/notesSlide" Target="/ppt/notesSlides/notesSlide1.xml" Id="Reca2d0ceb715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7f38e32eb41c1" /><Relationship Type="http://schemas.openxmlformats.org/officeDocument/2006/relationships/notesSlide" Target="/ppt/notesSlides/notesSlide2.xml" Id="R3b538cceda954b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4a8c2015b4aac" /><Relationship Type="http://schemas.openxmlformats.org/officeDocument/2006/relationships/notesSlide" Target="/ppt/notesSlides/notesSlide3.xml" Id="Ra31b1824f5ac41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9562142754bce" /><Relationship Type="http://schemas.openxmlformats.org/officeDocument/2006/relationships/notesSlide" Target="/ppt/notesSlides/notesSlide4.xml" Id="R3dc3cd1b15664e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70d83078c4592" /><Relationship Type="http://schemas.openxmlformats.org/officeDocument/2006/relationships/notesSlide" Target="/ppt/notesSlides/notesSlide5.xml" Id="Rf8e26cc97b0047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e5fda672d4423" /><Relationship Type="http://schemas.openxmlformats.org/officeDocument/2006/relationships/notesSlide" Target="/ppt/notesSlides/notesSlide6.xml" Id="R1a08a10afbd54b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5d5e16a0f4909" /><Relationship Type="http://schemas.openxmlformats.org/officeDocument/2006/relationships/image" Target="/ppt/media/image2.png" Id="R59889744d8104fd3" /><Relationship Type="http://schemas.openxmlformats.org/officeDocument/2006/relationships/notesSlide" Target="/ppt/notesSlides/notesSlide7.xml" Id="Rc301a0a1fe80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b5c40d66041dc" /><Relationship Type="http://schemas.openxmlformats.org/officeDocument/2006/relationships/notesSlide" Target="/ppt/notesSlides/notesSlide8.xml" Id="R80f495a22c5b41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0034bd8374fac" /><Relationship Type="http://schemas.openxmlformats.org/officeDocument/2006/relationships/notesSlide" Target="/ppt/notesSlides/notesSlide9.xml" Id="R3379dfdba91141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69b08a8f14cf2" /><Relationship Type="http://schemas.openxmlformats.org/officeDocument/2006/relationships/notesSlide" Target="/ppt/notesSlides/notesSlide10.xml" Id="Rb894aa466b1747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a08a8041f4f6f"/>
          <a:srcRect xmlns:a="http://schemas.openxmlformats.org/drawingml/2006/main" l="0" t="33333" r="0" b="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286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88530-CFA9-48AF-A8D0-4EEC91BF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7C"/>
          </a:solidFill>
          <a:ln xmlns:a="http://schemas.openxmlformats.org/drawingml/2006/main" w="0">
            <a:solidFill>
              <a:srgbClr val="174A7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171A0-8851-40E0-BA7B-E85C92F7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819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43DB8-C5AB-4823-AC1F-AD6F55C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00119-DC09-44CD-BE69-6CB38EB8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27D6D-403D-462E-99EA-4B312A7D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4590B-3013-4D91-99AE-36DDA149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1FBA0-6015-4D7B-811E-F223253A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7F1BF-FD38-4726-A40B-5D40411A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96FA5-22A9-447A-A1D9-43C465A0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6FA5D-F7B3-45FD-8421-66889325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EA2D0-82D3-400C-90C3-5C70F480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468F8-6D30-4C7F-8507-FC40344A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背景图：Image2生成，仅作学术答辩视觉背景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412572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66825-3099-46EF-AC7E-709B7746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研究背景与问题界定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D05CC-FB5D-4CD2-97D2-718425A9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BB745-1B2C-4644-B489-D700D62A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锂电池应用持续扩大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储能与小型动力场景增多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1796E-055D-4467-AB0D-7CEAF8C6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多串成组带来单体差异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电压、容量与温度不一致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1A90F-32E7-4EBB-ACFD-58A0ACDE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运行风险需要实时约束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过充、过放、过流、过温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64623-77E8-4E57-93D5-A2A72892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管理系统成为必要环节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采集、判断、保护与显示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1975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439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0BE86-F87B-4217-BEC8-647E528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多串锂电池组的安全边界与单体差异有关，电池管理系统需要在有限嵌入式资源内完成状态感知、风险判断和执行控制。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B1C05-169C-4456-A474-2A664F59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课题面向这一需求，围绕多串电池组的安全运行与状态可观测性展开设计。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A9068-3639-410D-B457-2D6B290D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60312-8E67-4435-989B-7AB60D4E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资料来源：开题报告研究背景</a:t>
            </a:r>
          </a:p>
        </p:txBody>
      </p:sp>
    </p:spTree>
    <p:extLst>
      <p:ext uri="{BB962C8B-B14F-4D97-AF65-F5344CB8AC3E}">
        <p14:creationId xmlns:p14="http://schemas.microsoft.com/office/powerpoint/2010/main" val="2005764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A7077-FBEF-4F4D-AFE0-B089894F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研究目的与预期成果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902A3-A10E-4400-9AC0-C84CCA2D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4B8C0-B6CF-48B9-BCC5-AADB43B6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设计一套可验证的多串锂电池管理系统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35237-A1B7-4F6A-A183-3869A2E8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FD5FC-9139-4717-92E2-D1F81414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阈值判断与MOS动作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597BF-7B19-4528-8896-E621326D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SOC计算与校正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FBCA4-53FC-409D-8640-A5283A27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3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UART命令与上位机</a:t>
            </a:r>
          </a:p>
        </p:txBody>
      </p:sp>
      <p:cxnSp>
        <p:nvCxnSpPr>
          <p:cNvPr id="22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190750" y="2333625"/>
            <a:ext cx="39052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5334000" y="2333625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477250" y="1857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1857375"/>
            <a:ext cx="2524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0742F-13AF-4E40-A34F-1D5DE5B9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预期形成一套以STM32F103C8T6与BQ76940为核心的软硬件方案，完成采样、保护、SOC估算和基础被动均衡接口，并通过上位机进行调试与验证。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535BB-0499-4126-A9F8-DFA0166C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C581F-8ED5-4BF5-9676-CF179239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资料来源：开题报告研究目的与预期目标</a:t>
            </a:r>
          </a:p>
        </p:txBody>
      </p:sp>
    </p:spTree>
    <p:extLst>
      <p:ext uri="{BB962C8B-B14F-4D97-AF65-F5344CB8AC3E}">
        <p14:creationId xmlns:p14="http://schemas.microsoft.com/office/powerpoint/2010/main" val="15972990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6702D-7342-4D0A-8A7D-9BABE45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01DCB-105C-4D8B-84FB-9B53C761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847FD-6694-45A8-A1E9-6AF6F63D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857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降低过充、过放与过温风险，延长电池组使用寿命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EFC50-5E01-41A5-8599-E9DCFEB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781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覆盖嵌入式软硬件、通信、RTOS与电池保护策略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8E5E6-5604-419C-91F9-B42EEFCD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704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为同类多串锂电池管理系统提供可复用设计思路</a:t>
            </a:r>
          </a:p>
        </p:txBody>
      </p:sp>
      <p:cxnSp>
        <p:nvCxnSpPr>
          <p:cNvPr id="16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5715000" y="23336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35718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593BD-A79D-40AC-BCE7-4A65E76B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本课题的价值不在于追求复杂算法，而在于形成结构清晰、可验证、可复用的电池管理实现路径。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91861-C8D7-4BCD-B543-BC8E7CCB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0BCF5-762D-480D-BBCA-B9C2382B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资料来源：开题报告研究意义</a:t>
            </a:r>
          </a:p>
        </p:txBody>
      </p:sp>
    </p:spTree>
    <p:extLst>
      <p:ext uri="{BB962C8B-B14F-4D97-AF65-F5344CB8AC3E}">
        <p14:creationId xmlns:p14="http://schemas.microsoft.com/office/powerpoint/2010/main" val="782738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9B857-D06C-44AE-B486-95B419A1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83E84-1EEE-45E1-AAE5-6F95A88B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287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面向具体应用场景完善温度、过流与充放电保护策略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保护策略与系统架构、通信集成结合更紧密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安时积分、开路电压与滤波算法逐步融合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滤波方法与数据驱动模型融合成为重点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均衡控制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被动均衡与主动均衡方案均有应用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主动均衡拓扑与控制策略优化持续发展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多面向设备级监控与上位机调试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物联网集成与嵌入式平台实现较为活跃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65836-8DB0-440E-AEF1-CEA78EC4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已有研究为本课题提供方案与算法参考，面向STM32平台时仍需处理采样时序、共享资源调度与保护响应的工程约束。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120F8-7867-454F-92D9-F0403C98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61947-974D-41DC-A252-4FC827F7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资料来源：开题报告国内外研究现状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1470400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66CD9-177D-4925-A657-EC36D070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63092-8618-4EB9-B8E3-3A3B4362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39000-E941-4E28-BA6D-345EFE37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9串18650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54AFC-2856-4326-BE34-631BCAA8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采集与硬件告警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3EFD9-6658-4B4E-BA0F-6D1B33BD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数据处理与策略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414F4-50DE-4D20-885E-1A006CE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命令与状态交互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4CF0A-5DAE-4286-A139-6B389357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tkinter上位机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2885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95A88-8D8C-463A-A281-F0201C5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400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安全控制链路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软件阈值与硬件告警共同判断</a:t>
            </a:r>
          </a:p>
        </p:txBody>
      </p: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24250" y="2333625"/>
            <a:ext cx="2095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619750" y="2333625"/>
            <a:ext cx="2381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A58D7-41EA-4283-9A9E-5AA62E7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rPr>
              <a:t>充放电MOS控制</a:t>
            </a:r>
          </a:p>
        </p:txBody>
      </p:sp>
      <p:cxnSp>
        <p:nvCxnSpPr>
          <p:cNvPr id="3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2000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1C727-1C40-4917-8D24-D49AA48B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数据流从电池组经BQ76940、STM32到达上位机，控制流由告警与阈值判断驱动MOS动作。CAN、蓝牙与串口屏仅作为扩展预留。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D01E6-0A6D-47F4-906A-2AFEA911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C889D-231C-4A4D-8E56-014603DD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资料来源：开题报告系统总体设计</a:t>
            </a:r>
          </a:p>
        </p:txBody>
      </p:sp>
    </p:spTree>
    <p:extLst>
      <p:ext uri="{BB962C8B-B14F-4D97-AF65-F5344CB8AC3E}">
        <p14:creationId xmlns:p14="http://schemas.microsoft.com/office/powerpoint/2010/main" val="1705261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038CC-33E8-4F5E-8624-0FE30C47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73064-D876-4A6A-B899-83742046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1E854-E3B2-41AF-9A63-3B6E75C6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34BBC-F119-49B5-A352-BF563744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33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1C4D9-0043-4E0E-99A9-F11AA3E7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外设资源、实时性、资料成熟度与成本均衡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31821-01E4-47BE-8243-5BC77FA0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070A8-873D-4400-BE71-D81EB3FE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28CC5-85D8-471D-A659-12C75BFC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支持多串采集、硬件告警、MOS控制与被动均衡资源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AB988-4925-441A-A7A3-55218109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83D68-9E44-42A3-8DFB-5162E838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132AC-5477-4D92-8E29-58CD3A89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结构简单、成本可控，主动均衡效率高但复杂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06A90-639F-40CA-A4F2-DCFFC4E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6D7FA-B846-49C1-BCB8-A2F10425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00E24-A755-482D-9A7D-6DC61F6B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当前连接Python上位机，CAN等作为扩展方向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89744d8104fd3"/>
          <a:stretch xmlns:a="http://schemas.openxmlformats.org/drawingml/2006/main"/>
        </p:blipFill>
        <p:spPr>
          <a:xfrm xmlns:a="http://schemas.openxmlformats.org/drawingml/2006/main">
            <a:off x="8977700" y="1285875"/>
            <a:ext cx="2332850" cy="3524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8CD02-DD8F-4AD1-B017-260A1226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BQ769X0外围连接参考图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来源：BQ769X0参考设计资料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3B963-393C-41F9-9DED-58932EC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硬件仍处于联调阶段，软件I2C读取、上拉电阻、唤醒流程与寄存器读取需继续验证。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D4314-49CA-40D0-95BD-3F1ECB78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087E5-44B7-41FC-9C01-947C6DB1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561068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46CBF-A780-4BF1-8821-5FDCE91A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14FEC-9355-4CCD-B4FB-5C289FDC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78AF2-D3A2-4AC6-AEC7-C524CEE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E5CED-9885-4F52-B17F-5E9E8873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792D8-539B-4DA0-ACB4-5411FBC6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40C1B-790D-4D7E-B427-2DF8483C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cxnSp>
        <p:nvCxnSpPr>
          <p:cNvPr id="31" name=""/>
          <p:cNvCxnSpPr>
            <a:stCxn xmlns:a="http://schemas.openxmlformats.org/drawingml/2006/main" id="5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3524250" y="1952625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77000" y="1952625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133CE-36BA-490D-9C56-306341E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1917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0">
                <a:solidFill>
                  <a:srgbClr val="000000">
                    <a:alpha val="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">
                <a:solidFill>
                  <a:srgbClr val="000000">
                    <a:alpha val="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</p:txBody>
      </p:sp>
      <p:cxnSp>
        <p:nvCxnSpPr>
          <p:cNvPr id="34" name=""/>
          <p:cNvCxnSpPr>
            <a:stCxn xmlns:a="http://schemas.openxmlformats.org/drawingml/2006/main" id="3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190750" y="2524125"/>
            <a:ext cx="376237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0144125" y="2524125"/>
            <a:ext cx="90487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3B5C9-9608-4961-AE16-69554CB7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33501-3B89-493D-868A-56D21A83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阈值与告警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C1B7D-9E05-4624-8459-5F82606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969BF-951C-4623-9430-5770CDAF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BC912-2F51-47C6-8CE3-1EA8DAA6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76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572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48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44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BF2B8-A63F-4B09-B5D6-EFE18BF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中断服务程序不执行I2C操作，寄存器读取、故障解析与状态更新在任务上下文完成。串口命令访问BQ76940时，同样由互斥锁保护。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8E25A-268E-4B1E-95DE-A473DBE0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93833-AAA4-4987-B631-4ED49CA3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84D8C-325B-444C-B407-7854253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14729626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327F3-1092-4C22-9768-E40DE235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03581-7F41-41DF-804D-9A22AD4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4D5C2-CE24-4703-9E1C-DADBC50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BQ76940初始化、寄存器读取与ALERT响应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FA12D-4940-4238-A8E7-7DC61559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保护阈值触发与MOS动作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771E4-A0A5-4BB6-9553-FFFDF20A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安时积分、OCV校正与边界校准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0012B-A209-4839-8597-56C682B4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交互与运行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串口命令、上位机显示与长时间运行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191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27908-C218-495C-95DD-70B52408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问题反馈：修正驱动、参数与软件逻辑</a:t>
            </a:r>
          </a:p>
        </p:txBody>
      </p: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001000" y="2667000"/>
            <a:ext cx="1762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1762125" y="2667000"/>
            <a:ext cx="12858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C6C4A-D90A-4E44-99BB-6102A9CF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测试表述以拟验证为主，未设定具体误差指标的项目不虚构数值。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1A580-7854-4116-990B-21A5829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0DE1A-72DF-4E79-A2C2-4F877998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11575447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2EB6A8-29F3-40B3-973C-265FB40F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51DC0-0BC2-4A35-949D-9E829A0C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8E13F-17F5-4F47-8648-E4B838B3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功能范围与边界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983A5-0FA4-40D1-A7CA-BDE3C69E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硬件结构与任务划分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46140-4B0E-4B25-AE7C-2AF0FEB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43685-AA22-498B-899F-10CB9DC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保护、SOC与上位机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68D95-BE6A-4A67-8D27-10271B3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38112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数据整理与论文撰写</a:t>
            </a:r>
          </a:p>
        </p:txBody>
      </p:sp>
      <p:cxnSp>
        <p:nvCxnSpPr>
          <p:cNvPr id="3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3340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10239375" y="18573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3A29D-8F5C-4409-B214-88D1D893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2026.6.25-9.22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0CEFE-EC1B-459D-A18F-8A3E90C6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选题、任务书与开题报告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44E90-8246-494F-9EE4-08A7ED49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2026.9.23-10.19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6022A-22CF-499B-8788-19551819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开题答辩与系统设计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EB4FC-7616-47D4-96DE-CE113853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2026.10.20-11.1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F9B15-F995-4383-98B6-78CA8BD5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中期检查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8654C-F2B4-4DB1-85CB-22ADACAB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2026.11.2-12.22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9B6DF-4427-4B1D-A232-D608E68C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91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论文撰写、评审与送审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D7010-4040-4E31-8AF1-0BA47648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2026.12.23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3CBF3-442C-4075-8469-9D13891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毕业答辩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FBBAC-800D-4482-83FD-6019257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文献研究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E430A-B4C7-4E2C-A0FB-A6FFBAC5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梳理BMS架构与算法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0E00C-6FC5-4B60-821A-5F8B03B0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D2F88-8278-47BD-B935-8E7A6F50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9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确定软硬件边界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08B9A-64A5-4779-8B4F-6363425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实验调试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E025A2-62E5-46FE-B223-1E2CF7A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验证通信与保护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E37BD-1E28-4974-A23D-DC92074C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对比验证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A16A00-5A0F-4E29-BB35-6F6CECF7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分析SOC与运行稳定性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69B91D-1B0B-4940-9409-4A083139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F81EDB-F478-403F-BEAE-9013AB1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资料来源：开题报告研究方法、技术路线与进度安排</a:t>
            </a:r>
          </a:p>
        </p:txBody>
      </p:sp>
    </p:spTree>
    <p:extLst>
      <p:ext uri="{BB962C8B-B14F-4D97-AF65-F5344CB8AC3E}">
        <p14:creationId xmlns:p14="http://schemas.microsoft.com/office/powerpoint/2010/main" val="2021567957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2026-09-20T07:01:31.7910000Z</dcterms:created>
  <dcterms:modified xsi:type="dcterms:W3CDTF">2026-09-20T07:01:31.7920000Z</dcterms:modified>
</coreProperties>
</file>